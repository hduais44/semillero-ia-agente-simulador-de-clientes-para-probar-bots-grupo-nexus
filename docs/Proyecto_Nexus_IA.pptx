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66" r:id="rId3"/>
    <p:sldId id="267" r:id="rId4"/>
    <p:sldId id="268" r:id="rId5"/>
    <p:sldId id="257" r:id="rId6"/>
    <p:sldId id="269" r:id="rId7"/>
    <p:sldId id="270" r:id="rId8"/>
    <p:sldId id="258" r:id="rId9"/>
    <p:sldId id="259" r:id="rId10"/>
    <p:sldId id="260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50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83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5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50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6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06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2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01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0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51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9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863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17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7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34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21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7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65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>
                <a:latin typeface="Arial Rounded MT Bold" panose="020F0704030504030204" pitchFamily="34" charset="0"/>
              </a:rPr>
              <a:t>Grupo : nexus</a:t>
            </a:r>
            <a:endParaRPr b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br>
              <a:rPr lang="es-ES" dirty="0"/>
            </a:br>
            <a:r>
              <a:rPr lang="es-ES" dirty="0"/>
              <a:t>Mario Samuel Vicuña Aspiazu</a:t>
            </a:r>
            <a:br>
              <a:rPr lang="es-ES" dirty="0"/>
            </a:br>
            <a:r>
              <a:rPr lang="es-ES" dirty="0"/>
              <a:t>Luis Antonio Garcés Ordóñez</a:t>
            </a:r>
            <a:br>
              <a:rPr lang="es-ES" dirty="0"/>
            </a:br>
            <a:r>
              <a:rPr lang="es-ES" dirty="0" err="1"/>
              <a:t>Jordan</a:t>
            </a:r>
            <a:r>
              <a:rPr lang="es-ES" dirty="0"/>
              <a:t> </a:t>
            </a:r>
            <a:r>
              <a:rPr lang="es-ES" dirty="0" err="1"/>
              <a:t>Josue</a:t>
            </a:r>
            <a:r>
              <a:rPr lang="es-ES" dirty="0"/>
              <a:t> Rodríguez Calderón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A999C-A357-4376-8E8B-1B29A454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C" b="1" dirty="0">
                <a:latin typeface="Arial Rounded MT Bold" panose="020F0704030504030204" pitchFamily="34" charset="0"/>
              </a:rPr>
              <a:t>Agente Simulador de Clientes para Probar Bots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836038-9C25-4422-A71D-0203668CC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C" sz="20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El problema que abordamos es que, actualmente, los chatbots necesitan ser probados antes de entrar en producción, pero realizar estas pruebas con personas reales es costoso, lento y difícil de escalar.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C" sz="20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Por esta razón, desarrollamos un </a:t>
            </a:r>
            <a:r>
              <a:rPr lang="es-EC" sz="2000" b="1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agente de inteligencia artificial capaz de simular el comportamiento de clientes humanos</a:t>
            </a:r>
            <a:r>
              <a:rPr lang="es-EC" sz="20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, generando frases y respuestas de acuerdo a un comportamiento previamente configurado, con el objetivo de probar bots conversacionales de forma eficiente.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208721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CFFD6-451A-4EA8-92C4-5342C6BC0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Contexto del problema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432FFD-BDA4-4E97-B29A-5E9A095A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C" sz="20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En el contexto actual, muchas empresas utilizan chatbots para atención al cliente, ventas y soporte técnico.</a:t>
            </a:r>
            <a:br>
              <a:rPr lang="es-EC" sz="20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</a:br>
            <a:r>
              <a:rPr lang="es-EC" sz="20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Sin embargo, antes de poner un Bot en producción, es necesario probar cómo responde ante distintos tipos de clientes.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C" sz="20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  <a:t>Estas pruebas normalmente se hacen de forma manual, lo que implica más tiempo, más costos y resultados poco consistentes.</a:t>
            </a:r>
          </a:p>
        </p:txBody>
      </p:sp>
    </p:spTree>
    <p:extLst>
      <p:ext uri="{BB962C8B-B14F-4D97-AF65-F5344CB8AC3E}">
        <p14:creationId xmlns:p14="http://schemas.microsoft.com/office/powerpoint/2010/main" val="225675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A2659-5548-419F-A740-71536DC7D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Casos de uso</a:t>
            </a:r>
            <a:endParaRPr lang="es-EC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28A7413-424B-44F4-8C77-D293FF662908}"/>
              </a:ext>
            </a:extLst>
          </p:cNvPr>
          <p:cNvSpPr/>
          <p:nvPr/>
        </p:nvSpPr>
        <p:spPr>
          <a:xfrm>
            <a:off x="358218" y="1752410"/>
            <a:ext cx="8427563" cy="483692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64D393-9C82-4491-86DD-1B068A258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487" y="2097087"/>
            <a:ext cx="7770643" cy="4252899"/>
          </a:xfrm>
        </p:spPr>
      </p:pic>
    </p:spTree>
    <p:extLst>
      <p:ext uri="{BB962C8B-B14F-4D97-AF65-F5344CB8AC3E}">
        <p14:creationId xmlns:p14="http://schemas.microsoft.com/office/powerpoint/2010/main" val="402541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Requerimientos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b="1" dirty="0"/>
              <a:t>Requerimientos Funcionales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Simular clientes con comportamiento humano realista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Permitir la configuración del perfil, ánimo, contexto y objetivo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Generar interacciones automáticas con bots de soporte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Respetar políticas empresariales durante la conversación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Detectar el cierre del caso de forma automática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AB4CA4-0723-4EC7-930B-14F3A4D7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Arquitectura del agente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442B65-9AB4-4565-90F0-CA97A2B97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Interfaz web (Streamlit)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Agente Cliente Simulado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Agente de Soporte Técnico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Motor de lenguaje (LLM)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Base de conocimiento (RAG)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13294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E3C34-5CBC-488C-8EE1-493AA40E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Diagrama (flujo)</a:t>
            </a:r>
            <a:endParaRPr lang="es-EC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A8D150A-25E8-4808-AA4C-B6743E434CFD}"/>
              </a:ext>
            </a:extLst>
          </p:cNvPr>
          <p:cNvSpPr/>
          <p:nvPr/>
        </p:nvSpPr>
        <p:spPr>
          <a:xfrm>
            <a:off x="856060" y="1847654"/>
            <a:ext cx="7429500" cy="4817097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FCBDF9B-5FC0-405E-B143-7582863A80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6903" y="1990398"/>
            <a:ext cx="5727811" cy="4531607"/>
          </a:xfrm>
        </p:spPr>
      </p:pic>
    </p:spTree>
    <p:extLst>
      <p:ext uri="{BB962C8B-B14F-4D97-AF65-F5344CB8AC3E}">
        <p14:creationId xmlns:p14="http://schemas.microsoft.com/office/powerpoint/2010/main" val="135257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Tecnologías usadas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3847915" cy="3694113"/>
          </a:xfrm>
        </p:spPr>
        <p:txBody>
          <a:bodyPr>
            <a:normAutofit fontScale="92500" lnSpcReduction="10000"/>
          </a:bodyPr>
          <a:lstStyle/>
          <a:p>
            <a:r>
              <a:rPr lang="es-EC" sz="2600" b="1" dirty="0"/>
              <a:t>Lenguaje y Entorno</a:t>
            </a:r>
            <a:endParaRPr lang="es-EC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s-EC" sz="2600" dirty="0"/>
              <a:t>Python</a:t>
            </a:r>
          </a:p>
          <a:p>
            <a:r>
              <a:rPr lang="es-EC" sz="2600" b="1" dirty="0"/>
              <a:t>Interfaz</a:t>
            </a:r>
            <a:endParaRPr lang="es-EC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s-EC" sz="2600" dirty="0"/>
              <a:t>Streamlit</a:t>
            </a:r>
          </a:p>
          <a:p>
            <a:r>
              <a:rPr lang="es-EC" sz="2600" b="1" dirty="0"/>
              <a:t>IA y Orquestación</a:t>
            </a:r>
            <a:endParaRPr lang="es-EC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s-EC" sz="2600" dirty="0"/>
              <a:t>LangChain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sz="2600" dirty="0"/>
              <a:t>Modelos de Lenguaje (LLM)</a:t>
            </a:r>
          </a:p>
          <a:p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DB11AB-50E7-4384-8B8A-A891B2AA40F2}"/>
              </a:ext>
            </a:extLst>
          </p:cNvPr>
          <p:cNvSpPr txBox="1"/>
          <p:nvPr/>
        </p:nvSpPr>
        <p:spPr>
          <a:xfrm>
            <a:off x="4996206" y="2249487"/>
            <a:ext cx="3440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2400" b="1" dirty="0"/>
              <a:t>Modelos Soportados</a:t>
            </a:r>
            <a:endParaRPr lang="es-EC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EC" sz="2400" dirty="0"/>
              <a:t>Llama 3 (Groq)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sz="2400" dirty="0"/>
              <a:t>Gemini (Google)</a:t>
            </a:r>
          </a:p>
          <a:p>
            <a:r>
              <a:rPr lang="es-EC" sz="2400" b="1" dirty="0"/>
              <a:t>Gestión de Conocimiento</a:t>
            </a:r>
            <a:endParaRPr lang="es-EC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EC" sz="2400" dirty="0"/>
              <a:t>RAG mediante archivo JSON</a:t>
            </a:r>
            <a:endParaRPr lang="es-EC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¿Como se creo?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800" b="1" dirty="0"/>
              <a:t>Proceso de Desarrollo</a:t>
            </a:r>
            <a:endParaRPr lang="es-E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Definición del escenario y objetivos del agente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Diseño de prompts para cliente y soporte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Integración del modelo de lenguaje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Control del flujo conversacional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Implementación de cierre automático del caso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librerías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streamlit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langchain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langchain-</a:t>
            </a:r>
            <a:r>
              <a:rPr lang="es-EC" dirty="0" err="1"/>
              <a:t>groq</a:t>
            </a:r>
            <a:endParaRPr lang="es-EC" dirty="0"/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langchain-google-</a:t>
            </a:r>
            <a:r>
              <a:rPr lang="es-EC" dirty="0" err="1"/>
              <a:t>genai</a:t>
            </a:r>
            <a:endParaRPr lang="es-EC" dirty="0"/>
          </a:p>
          <a:p>
            <a:pPr>
              <a:buFont typeface="Arial" panose="020B0604020202020204" pitchFamily="34" charset="0"/>
              <a:buChar char="•"/>
            </a:pPr>
            <a:r>
              <a:rPr lang="es-EC" dirty="0"/>
              <a:t>json, os,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conclusiones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Agente funcional y configurable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Simulación realista de clientes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Pruebas automatizadas de bots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Proyecto escalable y extensible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833</TotalTime>
  <Words>345</Words>
  <Application>Microsoft Office PowerPoint</Application>
  <PresentationFormat>Presentación en pantalla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Rounded MT Bold</vt:lpstr>
      <vt:lpstr>Tw Cen MT</vt:lpstr>
      <vt:lpstr>Circuito</vt:lpstr>
      <vt:lpstr>Grupo : nexus</vt:lpstr>
      <vt:lpstr>Agente Simulador de Clientes para Probar Bots</vt:lpstr>
      <vt:lpstr>Contexto del problema</vt:lpstr>
      <vt:lpstr>Casos de uso</vt:lpstr>
      <vt:lpstr>Requerimientos</vt:lpstr>
      <vt:lpstr>Arquitectura del agente</vt:lpstr>
      <vt:lpstr>Diagrama (flujo)</vt:lpstr>
      <vt:lpstr>Tecnologías usadas</vt:lpstr>
      <vt:lpstr>¿Como se creo?</vt:lpstr>
      <vt:lpstr>librerías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Simulador de Clientes para Probar Bots</dc:title>
  <dc:subject/>
  <dc:creator/>
  <cp:keywords/>
  <dc:description>generated using python-pptx</dc:description>
  <cp:lastModifiedBy>Pavilion</cp:lastModifiedBy>
  <cp:revision>11</cp:revision>
  <dcterms:created xsi:type="dcterms:W3CDTF">2013-01-27T09:14:16Z</dcterms:created>
  <dcterms:modified xsi:type="dcterms:W3CDTF">2026-01-29T14:28:12Z</dcterms:modified>
  <cp:category/>
</cp:coreProperties>
</file>